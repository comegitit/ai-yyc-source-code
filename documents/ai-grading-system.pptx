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57" r:id="rId3"/>
    <p:sldId id="258" r:id="rId4"/>
    <p:sldId id="262" r:id="rId5"/>
    <p:sldId id="269" r:id="rId6"/>
    <p:sldId id="268" r:id="rId7"/>
    <p:sldId id="263" r:id="rId8"/>
    <p:sldId id="270" r:id="rId9"/>
    <p:sldId id="265" r:id="rId10"/>
    <p:sldId id="267"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08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1234"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C7A72E9-F106-4C79-AD0B-2ADAD628C964}" type="datetimeFigureOut">
              <a:rPr lang="en-US" smtClean="0"/>
              <a:t>4/20/2026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A391220-913B-45E7-A829-E37F18E64741}" type="slidenum">
              <a:rPr lang="en-US" smtClean="0"/>
              <a:t>‹#›</a:t>
            </a:fld>
            <a:endParaRPr lang="en-US" dirty="0"/>
          </a:p>
        </p:txBody>
      </p:sp>
    </p:spTree>
    <p:extLst>
      <p:ext uri="{BB962C8B-B14F-4D97-AF65-F5344CB8AC3E}">
        <p14:creationId xmlns:p14="http://schemas.microsoft.com/office/powerpoint/2010/main" val="753001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391220-913B-45E7-A829-E37F18E64741}" type="slidenum">
              <a:rPr lang="en-US" smtClean="0"/>
              <a:t>3</a:t>
            </a:fld>
            <a:endParaRPr lang="en-US" dirty="0"/>
          </a:p>
        </p:txBody>
      </p:sp>
    </p:spTree>
    <p:extLst>
      <p:ext uri="{BB962C8B-B14F-4D97-AF65-F5344CB8AC3E}">
        <p14:creationId xmlns:p14="http://schemas.microsoft.com/office/powerpoint/2010/main" val="2128893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Isosceles Triangle 6"/>
          <p:cNvSpPr/>
          <p:nvPr/>
        </p:nvSpPr>
        <p:spPr>
          <a:xfrm rot="16200000">
            <a:off x="7554353" y="5254283"/>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540544" y="776288"/>
            <a:ext cx="8062912" cy="1470025"/>
          </a:xfrm>
        </p:spPr>
        <p:txBody>
          <a:bodyPr anchor="b">
            <a:normAutofit/>
          </a:bodyPr>
          <a:lstStyle>
            <a:lvl1pPr algn="r">
              <a:defRPr sz="4400"/>
            </a:lvl1pPr>
          </a:lstStyle>
          <a:p>
            <a:r>
              <a:rPr kumimoji="0" lang="en-US"/>
              <a:t>Click to edit Master title style</a:t>
            </a:r>
          </a:p>
        </p:txBody>
      </p:sp>
      <p:sp>
        <p:nvSpPr>
          <p:cNvPr id="9" name="Subtitle 8"/>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1371600" y="6012656"/>
            <a:ext cx="5791200" cy="365125"/>
          </a:xfrm>
        </p:spPr>
        <p:txBody>
          <a:bodyPr tIns="0" bIns="0" anchor="t"/>
          <a:lstStyle>
            <a:lvl1pPr algn="r">
              <a:defRPr sz="1000"/>
            </a:lvl1pPr>
          </a:lstStyle>
          <a:p>
            <a:fld id="{AA653EA6-33F1-4F4E-B388-A362AF05E3AB}" type="datetimeFigureOut">
              <a:rPr lang="en-US" smtClean="0"/>
              <a:t>4/20/2026</a:t>
            </a:fld>
            <a:endParaRPr lang="en-US" dirty="0"/>
          </a:p>
        </p:txBody>
      </p:sp>
      <p:sp>
        <p:nvSpPr>
          <p:cNvPr id="17" name="Footer Placeholder 16"/>
          <p:cNvSpPr>
            <a:spLocks noGrp="1"/>
          </p:cNvSpPr>
          <p:nvPr>
            <p:ph type="ftr" sz="quarter" idx="11"/>
          </p:nvPr>
        </p:nvSpPr>
        <p:spPr>
          <a:xfrm>
            <a:off x="1371600" y="5650704"/>
            <a:ext cx="5791200" cy="365125"/>
          </a:xfrm>
        </p:spPr>
        <p:txBody>
          <a:bodyPr tIns="0" bIns="0" anchor="b"/>
          <a:lstStyle>
            <a:lvl1pPr algn="r">
              <a:defRPr sz="1100"/>
            </a:lvl1pPr>
          </a:lstStyle>
          <a:p>
            <a:endParaRPr lang="en-US" dirty="0"/>
          </a:p>
        </p:txBody>
      </p:sp>
      <p:sp>
        <p:nvSpPr>
          <p:cNvPr id="29" name="Slide Number Placeholder 28"/>
          <p:cNvSpPr>
            <a:spLocks noGrp="1"/>
          </p:cNvSpPr>
          <p:nvPr>
            <p:ph type="sldNum" sz="quarter" idx="12"/>
          </p:nvPr>
        </p:nvSpPr>
        <p:spPr>
          <a:xfrm>
            <a:off x="8392247" y="5752307"/>
            <a:ext cx="502920" cy="365125"/>
          </a:xfrm>
        </p:spPr>
        <p:txBody>
          <a:bodyPr anchor="ctr"/>
          <a:lstStyle>
            <a:lvl1pPr algn="ctr">
              <a:defRPr sz="1300">
                <a:solidFill>
                  <a:srgbClr val="FFFFFF"/>
                </a:solidFill>
              </a:defRPr>
            </a:lvl1pPr>
          </a:lstStyle>
          <a:p>
            <a:fld id="{28F140CD-4187-49C7-AF36-DD63E31135C9}"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67494"/>
            <a:ext cx="8229600" cy="1399032"/>
          </a:xfrm>
        </p:spPr>
        <p:txBody>
          <a:bodyPr/>
          <a:lstStyle/>
          <a:p>
            <a:r>
              <a:rPr kumimoji="0" lang="en-US"/>
              <a:t>Click to edit Master title style</a:t>
            </a:r>
          </a:p>
        </p:txBody>
      </p:sp>
      <p:sp>
        <p:nvSpPr>
          <p:cNvPr id="3" name="Content Placeholder 2"/>
          <p:cNvSpPr>
            <a:spLocks noGrp="1"/>
          </p:cNvSpPr>
          <p:nvPr>
            <p:ph idx="1"/>
          </p:nvPr>
        </p:nvSpPr>
        <p:spPr>
          <a:xfrm>
            <a:off x="457200" y="1882808"/>
            <a:ext cx="8229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4791456" y="6480048"/>
            <a:ext cx="2133600" cy="301752"/>
          </a:xfrm>
        </p:spPr>
        <p:txBody>
          <a:bodyPr/>
          <a:lstStyle/>
          <a:p>
            <a:fld id="{AA653EA6-33F1-4F4E-B388-A362AF05E3AB}" type="datetimeFigureOut">
              <a:rPr lang="en-US" smtClean="0"/>
              <a:t>4/20/2026</a:t>
            </a:fld>
            <a:endParaRPr lang="en-US" dirty="0"/>
          </a:p>
        </p:txBody>
      </p:sp>
      <p:sp>
        <p:nvSpPr>
          <p:cNvPr id="5" name="Footer Placeholder 4"/>
          <p:cNvSpPr>
            <a:spLocks noGrp="1"/>
          </p:cNvSpPr>
          <p:nvPr>
            <p:ph type="ftr" sz="quarter" idx="11"/>
          </p:nvPr>
        </p:nvSpPr>
        <p:spPr>
          <a:xfrm>
            <a:off x="457200" y="6480969"/>
            <a:ext cx="4260056" cy="300831"/>
          </a:xfrm>
        </p:spPr>
        <p:txBody>
          <a:bodyPr/>
          <a:lstStyle/>
          <a:p>
            <a:endParaRPr lang="en-US" dirty="0"/>
          </a:p>
        </p:txBody>
      </p:sp>
      <p:sp>
        <p:nvSpPr>
          <p:cNvPr id="6" name="Slide Number Placeholder 5"/>
          <p:cNvSpPr>
            <a:spLocks noGrp="1"/>
          </p:cNvSpPr>
          <p:nvPr>
            <p:ph type="sldNum" sz="quarter" idx="12"/>
          </p:nvPr>
        </p:nvSpPr>
        <p:spPr/>
        <p:txBody>
          <a:bodyPr/>
          <a:lstStyle/>
          <a:p>
            <a:fld id="{28F140CD-4187-49C7-AF36-DD63E31135C9}"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1"/>
      </p:bgRef>
    </p:bg>
    <p:spTree>
      <p:nvGrpSpPr>
        <p:cNvPr id="1" name=""/>
        <p:cNvGrpSpPr/>
        <p:nvPr/>
      </p:nvGrpSpPr>
      <p:grpSpPr>
        <a:xfrm>
          <a:off x="0" y="0"/>
          <a:ext cx="0" cy="0"/>
          <a:chOff x="0" y="0"/>
          <a:chExt cx="0" cy="0"/>
        </a:xfrm>
      </p:grpSpPr>
      <p:sp>
        <p:nvSpPr>
          <p:cNvPr id="9" name="Right Triangle 8"/>
          <p:cNvSpPr/>
          <p:nvPr/>
        </p:nvSpPr>
        <p:spPr>
          <a:xfrm flipV="1">
            <a:off x="7034" y="7034"/>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algn="ctr" defTabSz="914400" rtl="0" eaLnBrk="1" latinLnBrk="0" hangingPunct="1"/>
            <a:endParaRPr kumimoji="0" lang="en-US" sz="1800" kern="1200" dirty="0">
              <a:solidFill>
                <a:schemeClr val="lt1"/>
              </a:solidFill>
              <a:latin typeface="+mn-lt"/>
              <a:ea typeface="+mn-ea"/>
              <a:cs typeface="+mn-cs"/>
            </a:endParaRPr>
          </a:p>
        </p:txBody>
      </p:sp>
      <p:sp>
        <p:nvSpPr>
          <p:cNvPr id="8" name="Isosceles Triangle 7"/>
          <p:cNvSpPr/>
          <p:nvPr/>
        </p:nvSpPr>
        <p:spPr>
          <a:xfrm rot="5400000" flipV="1">
            <a:off x="7554353" y="309490"/>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Date Placeholder 3"/>
          <p:cNvSpPr>
            <a:spLocks noGrp="1"/>
          </p:cNvSpPr>
          <p:nvPr>
            <p:ph type="dt" sz="half" idx="10"/>
          </p:nvPr>
        </p:nvSpPr>
        <p:spPr>
          <a:xfrm>
            <a:off x="6955632" y="6477000"/>
            <a:ext cx="2133600" cy="304800"/>
          </a:xfrm>
        </p:spPr>
        <p:txBody>
          <a:bodyPr/>
          <a:lstStyle/>
          <a:p>
            <a:fld id="{AA653EA6-33F1-4F4E-B388-A362AF05E3AB}" type="datetimeFigureOut">
              <a:rPr lang="en-US" smtClean="0"/>
              <a:t>4/20/2026</a:t>
            </a:fld>
            <a:endParaRPr lang="en-US" dirty="0"/>
          </a:p>
        </p:txBody>
      </p:sp>
      <p:sp>
        <p:nvSpPr>
          <p:cNvPr id="5" name="Footer Placeholder 4"/>
          <p:cNvSpPr>
            <a:spLocks noGrp="1"/>
          </p:cNvSpPr>
          <p:nvPr>
            <p:ph type="ftr" sz="quarter" idx="11"/>
          </p:nvPr>
        </p:nvSpPr>
        <p:spPr>
          <a:xfrm>
            <a:off x="2619376" y="6480969"/>
            <a:ext cx="4260056" cy="300831"/>
          </a:xfrm>
        </p:spPr>
        <p:txBody>
          <a:bodyPr/>
          <a:lstStyle/>
          <a:p>
            <a:endParaRPr lang="en-US" dirty="0"/>
          </a:p>
        </p:txBody>
      </p:sp>
      <p:sp>
        <p:nvSpPr>
          <p:cNvPr id="6" name="Slide Number Placeholder 5"/>
          <p:cNvSpPr>
            <a:spLocks noGrp="1"/>
          </p:cNvSpPr>
          <p:nvPr>
            <p:ph type="sldNum" sz="quarter" idx="12"/>
          </p:nvPr>
        </p:nvSpPr>
        <p:spPr>
          <a:xfrm>
            <a:off x="8451056" y="809624"/>
            <a:ext cx="502920" cy="300831"/>
          </a:xfrm>
        </p:spPr>
        <p:txBody>
          <a:bodyPr/>
          <a:lstStyle/>
          <a:p>
            <a:fld id="{28F140CD-4187-49C7-AF36-DD63E31135C9}" type="slidenum">
              <a:rPr lang="en-US" smtClean="0"/>
              <a:t>‹#›</a:t>
            </a:fld>
            <a:endParaRPr lang="en-US" dirty="0"/>
          </a:p>
        </p:txBody>
      </p:sp>
      <p:cxnSp>
        <p:nvCxnSpPr>
          <p:cNvPr id="11" name="Straight Connector 10"/>
          <p:cNvCxnSpPr/>
          <p:nvPr/>
        </p:nvCxnSpPr>
        <p:spPr>
          <a:xfrm rot="10800000">
            <a:off x="6468794" y="9381"/>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V="1">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81000" y="271464"/>
            <a:ext cx="7239000" cy="1362075"/>
          </a:xfrm>
        </p:spPr>
        <p:txBody>
          <a:bodyPr anchor="ctr"/>
          <a:lstStyle>
            <a:lvl1pPr marL="0" algn="l">
              <a:buNone/>
              <a:defRPr sz="3600" b="1" cap="none" baseline="0"/>
            </a:lvl1pPr>
          </a:lstStyle>
          <a:p>
            <a:r>
              <a:rPr kumimoji="0" lang="en-US"/>
              <a:t>Click to edit Master title style</a:t>
            </a:r>
          </a:p>
        </p:txBody>
      </p:sp>
      <p:sp>
        <p:nvSpPr>
          <p:cNvPr id="3" name="Text Placeholder 2"/>
          <p:cNvSpPr>
            <a:spLocks noGrp="1"/>
          </p:cNvSpPr>
          <p:nvPr>
            <p:ph type="body" idx="1"/>
          </p:nvPr>
        </p:nvSpPr>
        <p:spPr>
          <a:xfrm>
            <a:off x="381000" y="1633536"/>
            <a:ext cx="3886200" cy="2286000"/>
          </a:xfrm>
        </p:spPr>
        <p:txBody>
          <a:bodyPr anchor="t"/>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lgn="l">
              <a:defRPr/>
            </a:lvl1pPr>
          </a:lstStyle>
          <a:p>
            <a:r>
              <a:rPr kumimoji="0" lang="en-US"/>
              <a:t>Click to edit Master title style</a:t>
            </a:r>
          </a:p>
        </p:txBody>
      </p:sp>
      <p:sp>
        <p:nvSpPr>
          <p:cNvPr id="3" name="Content Placeholder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4791456" y="6480969"/>
            <a:ext cx="2133600" cy="301752"/>
          </a:xfrm>
        </p:spPr>
        <p:txBody>
          <a:bodyPr/>
          <a:lstStyle/>
          <a:p>
            <a:fld id="{AA653EA6-33F1-4F4E-B388-A362AF05E3AB}" type="datetimeFigureOut">
              <a:rPr lang="en-US" smtClean="0"/>
              <a:t>4/20/2026</a:t>
            </a:fld>
            <a:endParaRPr lang="en-US" dirty="0"/>
          </a:p>
        </p:txBody>
      </p:sp>
      <p:sp>
        <p:nvSpPr>
          <p:cNvPr id="6" name="Footer Placeholder 5"/>
          <p:cNvSpPr>
            <a:spLocks noGrp="1"/>
          </p:cNvSpPr>
          <p:nvPr>
            <p:ph type="ftr" sz="quarter" idx="11"/>
          </p:nvPr>
        </p:nvSpPr>
        <p:spPr>
          <a:xfrm>
            <a:off x="457200" y="6480969"/>
            <a:ext cx="4260056" cy="301752"/>
          </a:xfrm>
        </p:spPr>
        <p:txBody>
          <a:bodyPr/>
          <a:lstStyle/>
          <a:p>
            <a:endParaRPr lang="en-US" dirty="0"/>
          </a:p>
        </p:txBody>
      </p:sp>
      <p:sp>
        <p:nvSpPr>
          <p:cNvPr id="7" name="Slide Number Placeholder 6"/>
          <p:cNvSpPr>
            <a:spLocks noGrp="1"/>
          </p:cNvSpPr>
          <p:nvPr>
            <p:ph type="sldNum" sz="quarter" idx="12"/>
          </p:nvPr>
        </p:nvSpPr>
        <p:spPr>
          <a:xfrm>
            <a:off x="7589520" y="6480969"/>
            <a:ext cx="502920" cy="301752"/>
          </a:xfrm>
        </p:spPr>
        <p:txBody>
          <a:bodyPr/>
          <a:lstStyle/>
          <a:p>
            <a:fld id="{28F140CD-4187-49C7-AF36-DD63E31135C9}"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kumimoji="0" lang="en-US"/>
              <a:t>Click to edit Master title style</a:t>
            </a:r>
          </a:p>
        </p:txBody>
      </p:sp>
      <p:sp>
        <p:nvSpPr>
          <p:cNvPr id="3" name="Text Placeholder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a:xfrm>
            <a:off x="4791456" y="6480969"/>
            <a:ext cx="2130552" cy="301752"/>
          </a:xfrm>
        </p:spPr>
        <p:txBody>
          <a:bodyPr/>
          <a:lstStyle/>
          <a:p>
            <a:fld id="{AA653EA6-33F1-4F4E-B388-A362AF05E3AB}" type="datetimeFigureOut">
              <a:rPr lang="en-US" smtClean="0"/>
              <a:t>4/20/2026</a:t>
            </a:fld>
            <a:endParaRPr lang="en-US" dirty="0"/>
          </a:p>
        </p:txBody>
      </p:sp>
      <p:sp>
        <p:nvSpPr>
          <p:cNvPr id="8" name="Footer Placeholder 7"/>
          <p:cNvSpPr>
            <a:spLocks noGrp="1"/>
          </p:cNvSpPr>
          <p:nvPr>
            <p:ph type="ftr" sz="quarter" idx="11"/>
          </p:nvPr>
        </p:nvSpPr>
        <p:spPr>
          <a:xfrm>
            <a:off x="457200" y="6480969"/>
            <a:ext cx="4261104" cy="301752"/>
          </a:xfrm>
        </p:spPr>
        <p:txBody>
          <a:bodyPr/>
          <a:lstStyle/>
          <a:p>
            <a:endParaRPr lang="en-US" dirty="0"/>
          </a:p>
        </p:txBody>
      </p:sp>
      <p:sp>
        <p:nvSpPr>
          <p:cNvPr id="9" name="Slide Number Placeholder 8"/>
          <p:cNvSpPr>
            <a:spLocks noGrp="1"/>
          </p:cNvSpPr>
          <p:nvPr>
            <p:ph type="sldNum" sz="quarter" idx="12"/>
          </p:nvPr>
        </p:nvSpPr>
        <p:spPr>
          <a:xfrm>
            <a:off x="7589520" y="6483096"/>
            <a:ext cx="502920" cy="301752"/>
          </a:xfrm>
        </p:spPr>
        <p:txBody>
          <a:bodyPr/>
          <a:lstStyle>
            <a:lvl1pPr algn="ctr">
              <a:defRPr/>
            </a:lvl1pPr>
          </a:lstStyle>
          <a:p>
            <a:fld id="{28F140CD-4187-49C7-AF36-DD63E31135C9}"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kumimoji="0" lang="en-US"/>
              <a:t>Click to edit Master title style</a:t>
            </a:r>
          </a:p>
        </p:txBody>
      </p:sp>
      <p:sp>
        <p:nvSpPr>
          <p:cNvPr id="3" name="Date Placeholder 2"/>
          <p:cNvSpPr>
            <a:spLocks noGrp="1"/>
          </p:cNvSpPr>
          <p:nvPr>
            <p:ph type="dt" sz="half" idx="10"/>
          </p:nvPr>
        </p:nvSpPr>
        <p:spPr/>
        <p:txBody>
          <a:bodyPr/>
          <a:lstStyle/>
          <a:p>
            <a:fld id="{AA653EA6-33F1-4F4E-B388-A362AF05E3AB}" type="datetimeFigureOut">
              <a:rPr lang="en-US" smtClean="0"/>
              <a:t>4/20/2026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8F140CD-4187-49C7-AF36-DD63E31135C9}"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91456" y="6480969"/>
            <a:ext cx="2133600" cy="301752"/>
          </a:xfrm>
        </p:spPr>
        <p:txBody>
          <a:bodyPr/>
          <a:lstStyle/>
          <a:p>
            <a:fld id="{AA653EA6-33F1-4F4E-B388-A362AF05E3AB}" type="datetimeFigureOut">
              <a:rPr lang="en-US" smtClean="0"/>
              <a:t>4/20/2026</a:t>
            </a:fld>
            <a:endParaRPr lang="en-US" dirty="0"/>
          </a:p>
        </p:txBody>
      </p:sp>
      <p:sp>
        <p:nvSpPr>
          <p:cNvPr id="3" name="Footer Placeholder 2"/>
          <p:cNvSpPr>
            <a:spLocks noGrp="1"/>
          </p:cNvSpPr>
          <p:nvPr>
            <p:ph type="ftr" sz="quarter" idx="11"/>
          </p:nvPr>
        </p:nvSpPr>
        <p:spPr>
          <a:xfrm>
            <a:off x="457200" y="6481890"/>
            <a:ext cx="4260056" cy="300831"/>
          </a:xfrm>
        </p:spPr>
        <p:txBody>
          <a:bodyPr/>
          <a:lstStyle/>
          <a:p>
            <a:endParaRPr lang="en-US" dirty="0"/>
          </a:p>
        </p:txBody>
      </p:sp>
      <p:sp>
        <p:nvSpPr>
          <p:cNvPr id="4" name="Slide Number Placeholder 3"/>
          <p:cNvSpPr>
            <a:spLocks noGrp="1"/>
          </p:cNvSpPr>
          <p:nvPr>
            <p:ph type="sldNum" sz="quarter" idx="12"/>
          </p:nvPr>
        </p:nvSpPr>
        <p:spPr>
          <a:xfrm>
            <a:off x="7589520" y="6480969"/>
            <a:ext cx="502920" cy="301752"/>
          </a:xfrm>
        </p:spPr>
        <p:txBody>
          <a:bodyPr/>
          <a:lstStyle/>
          <a:p>
            <a:fld id="{28F140CD-4187-49C7-AF36-DD63E31135C9}"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kumimoji="0" lang="en-US"/>
              <a:t>Click to edit Master title style</a:t>
            </a:r>
          </a:p>
        </p:txBody>
      </p:sp>
      <p:sp>
        <p:nvSpPr>
          <p:cNvPr id="3" name="Text Placeholder 2"/>
          <p:cNvSpPr>
            <a:spLocks noGrp="1"/>
          </p:cNvSpPr>
          <p:nvPr>
            <p:ph type="body" idx="2"/>
          </p:nvPr>
        </p:nvSpPr>
        <p:spPr>
          <a:xfrm>
            <a:off x="1135856" y="367664"/>
            <a:ext cx="2438400" cy="5943600"/>
          </a:xfrm>
        </p:spPr>
        <p:txBody>
          <a:bodyPr anchor="t"/>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278976" y="6556248"/>
            <a:ext cx="2133600" cy="301752"/>
          </a:xfrm>
        </p:spPr>
        <p:txBody>
          <a:bodyPr/>
          <a:lstStyle>
            <a:lvl1pPr>
              <a:defRPr sz="900"/>
            </a:lvl1pPr>
          </a:lstStyle>
          <a:p>
            <a:fld id="{AA653EA6-33F1-4F4E-B388-A362AF05E3AB}" type="datetimeFigureOut">
              <a:rPr lang="en-US" smtClean="0"/>
              <a:t>4/20/2026</a:t>
            </a:fld>
            <a:endParaRPr lang="en-US" dirty="0"/>
          </a:p>
        </p:txBody>
      </p:sp>
      <p:sp>
        <p:nvSpPr>
          <p:cNvPr id="6" name="Footer Placeholder 5"/>
          <p:cNvSpPr>
            <a:spLocks noGrp="1"/>
          </p:cNvSpPr>
          <p:nvPr>
            <p:ph type="ftr" sz="quarter" idx="11"/>
          </p:nvPr>
        </p:nvSpPr>
        <p:spPr>
          <a:xfrm>
            <a:off x="1135856" y="6556248"/>
            <a:ext cx="5143120" cy="301752"/>
          </a:xfrm>
        </p:spPr>
        <p:txBody>
          <a:bodyPr/>
          <a:lstStyle>
            <a:lvl1pPr>
              <a:defRPr sz="900"/>
            </a:lvl1pPr>
          </a:lstStyle>
          <a:p>
            <a:endParaRPr lang="en-US" dirty="0"/>
          </a:p>
        </p:txBody>
      </p:sp>
      <p:sp>
        <p:nvSpPr>
          <p:cNvPr id="7" name="Slide Number Placeholder 6"/>
          <p:cNvSpPr>
            <a:spLocks noGrp="1"/>
          </p:cNvSpPr>
          <p:nvPr>
            <p:ph type="sldNum" sz="quarter" idx="12"/>
          </p:nvPr>
        </p:nvSpPr>
        <p:spPr>
          <a:xfrm>
            <a:off x="8410576" y="6556248"/>
            <a:ext cx="502920" cy="301752"/>
          </a:xfrm>
        </p:spPr>
        <p:txBody>
          <a:bodyPr/>
          <a:lstStyle>
            <a:lvl1pPr>
              <a:defRPr sz="900"/>
            </a:lvl1pPr>
          </a:lstStyle>
          <a:p>
            <a:fld id="{28F140CD-4187-49C7-AF36-DD63E31135C9}"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kumimoji="0" lang="en-US"/>
              <a:t>Click to edit Master title style</a:t>
            </a:r>
          </a:p>
        </p:txBody>
      </p:sp>
      <p:sp>
        <p:nvSpPr>
          <p:cNvPr id="3" name="Picture Placeholder 2"/>
          <p:cNvSpPr>
            <a:spLocks noGrp="1"/>
          </p:cNvSpPr>
          <p:nvPr>
            <p:ph type="pic" idx="1"/>
          </p:nvPr>
        </p:nvSpPr>
        <p:spPr>
          <a:xfrm>
            <a:off x="1138237" y="373966"/>
            <a:ext cx="7333488" cy="5486400"/>
          </a:xfrm>
          <a:solidFill>
            <a:schemeClr val="bg2">
              <a:shade val="50000"/>
            </a:schemeClr>
          </a:solidFill>
        </p:spPr>
        <p:txBody>
          <a:bodyPr/>
          <a:lstStyle>
            <a:lvl1pPr marL="0" indent="0">
              <a:buNone/>
              <a:defRPr sz="3200"/>
            </a:lvl1pPr>
          </a:lstStyle>
          <a:p>
            <a:r>
              <a:rPr kumimoji="0" lang="en-US" dirty="0"/>
              <a:t>Click icon to add picture</a:t>
            </a:r>
          </a:p>
        </p:txBody>
      </p:sp>
      <p:sp>
        <p:nvSpPr>
          <p:cNvPr id="4" name="Text Placeholder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6108192" y="6556248"/>
            <a:ext cx="2103120" cy="301752"/>
          </a:xfrm>
        </p:spPr>
        <p:txBody>
          <a:bodyPr/>
          <a:lstStyle>
            <a:lvl1pPr>
              <a:defRPr sz="900"/>
            </a:lvl1pPr>
          </a:lstStyle>
          <a:p>
            <a:fld id="{AA653EA6-33F1-4F4E-B388-A362AF05E3AB}" type="datetimeFigureOut">
              <a:rPr lang="en-US" smtClean="0"/>
              <a:t>4/20/2026</a:t>
            </a:fld>
            <a:endParaRPr lang="en-US" dirty="0"/>
          </a:p>
        </p:txBody>
      </p:sp>
      <p:sp>
        <p:nvSpPr>
          <p:cNvPr id="6" name="Footer Placeholder 5"/>
          <p:cNvSpPr>
            <a:spLocks noGrp="1"/>
          </p:cNvSpPr>
          <p:nvPr>
            <p:ph type="ftr" sz="quarter" idx="11"/>
          </p:nvPr>
        </p:nvSpPr>
        <p:spPr>
          <a:xfrm>
            <a:off x="1170432" y="6557169"/>
            <a:ext cx="4948072" cy="301752"/>
          </a:xfrm>
        </p:spPr>
        <p:txBody>
          <a:bodyPr/>
          <a:lstStyle>
            <a:lvl1pPr>
              <a:defRPr sz="900"/>
            </a:lvl1pPr>
          </a:lstStyle>
          <a:p>
            <a:endParaRPr lang="en-US" dirty="0"/>
          </a:p>
        </p:txBody>
      </p:sp>
      <p:sp>
        <p:nvSpPr>
          <p:cNvPr id="7" name="Slide Number Placeholder 6"/>
          <p:cNvSpPr>
            <a:spLocks noGrp="1"/>
          </p:cNvSpPr>
          <p:nvPr>
            <p:ph type="sldNum" sz="quarter" idx="12"/>
          </p:nvPr>
        </p:nvSpPr>
        <p:spPr>
          <a:xfrm>
            <a:off x="8217192" y="6556248"/>
            <a:ext cx="365760" cy="301752"/>
          </a:xfrm>
        </p:spPr>
        <p:txBody>
          <a:bodyPr/>
          <a:lstStyle>
            <a:lvl1pPr algn="ctr">
              <a:defRPr sz="900"/>
            </a:lvl1pPr>
          </a:lstStyle>
          <a:p>
            <a:fld id="{28F140CD-4187-49C7-AF36-DD63E31135C9}"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A653EA6-33F1-4F4E-B388-A362AF05E3AB}" type="datetimeFigureOut">
              <a:rPr lang="en-US" smtClean="0"/>
              <a:t>4/20/2026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8F140CD-4187-49C7-AF36-DD63E31135C9}"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81000"/>
            <a:ext cx="1905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81000"/>
            <a:ext cx="62484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A653EA6-33F1-4F4E-B388-A362AF05E3AB}" type="datetimeFigureOut">
              <a:rPr lang="en-US" smtClean="0"/>
              <a:t>4/20/2026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8F140CD-4187-49C7-AF36-DD63E31135C9}"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Right Triangle 10"/>
          <p:cNvSpPr/>
          <p:nvPr/>
        </p:nvSpPr>
        <p:spPr>
          <a:xfrm>
            <a:off x="7034" y="14068"/>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cxnSp>
        <p:nvCxnSpPr>
          <p:cNvPr id="8" name="Straight Connector 7"/>
          <p:cNvCxnSpPr/>
          <p:nvPr/>
        </p:nvCxnSpPr>
        <p:spPr>
          <a:xfrm>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8794" y="4948410"/>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Title Placeholder 21"/>
          <p:cNvSpPr>
            <a:spLocks noGrp="1"/>
          </p:cNvSpPr>
          <p:nvPr>
            <p:ph type="title"/>
          </p:nvPr>
        </p:nvSpPr>
        <p:spPr>
          <a:xfrm>
            <a:off x="457200" y="267494"/>
            <a:ext cx="8229600" cy="1399032"/>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457200" y="1882808"/>
            <a:ext cx="8229600" cy="4572000"/>
          </a:xfrm>
          <a:prstGeom prst="rect">
            <a:avLst/>
          </a:prstGeom>
        </p:spPr>
        <p:txBody>
          <a:bodyPr vert="horz" anchor="t">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4791456" y="6480969"/>
            <a:ext cx="2133600" cy="301752"/>
          </a:xfrm>
          <a:prstGeom prst="rect">
            <a:avLst/>
          </a:prstGeom>
        </p:spPr>
        <p:txBody>
          <a:bodyPr vert="horz" anchor="b"/>
          <a:lstStyle>
            <a:lvl1pPr algn="l" eaLnBrk="1" latinLnBrk="0" hangingPunct="1">
              <a:defRPr kumimoji="0" sz="1000" b="0">
                <a:solidFill>
                  <a:schemeClr val="tx1"/>
                </a:solidFill>
              </a:defRPr>
            </a:lvl1pPr>
          </a:lstStyle>
          <a:p>
            <a:fld id="{AA653EA6-33F1-4F4E-B388-A362AF05E3AB}" type="datetimeFigureOut">
              <a:rPr lang="en-US" smtClean="0"/>
              <a:t>4/20/2026</a:t>
            </a:fld>
            <a:endParaRPr lang="en-US" dirty="0"/>
          </a:p>
        </p:txBody>
      </p:sp>
      <p:sp>
        <p:nvSpPr>
          <p:cNvPr id="3" name="Footer Placeholder 2"/>
          <p:cNvSpPr>
            <a:spLocks noGrp="1"/>
          </p:cNvSpPr>
          <p:nvPr>
            <p:ph type="ftr" sz="quarter" idx="3"/>
          </p:nvPr>
        </p:nvSpPr>
        <p:spPr>
          <a:xfrm>
            <a:off x="457200" y="6481890"/>
            <a:ext cx="4260056" cy="300831"/>
          </a:xfrm>
          <a:prstGeom prst="rect">
            <a:avLst/>
          </a:prstGeom>
        </p:spPr>
        <p:txBody>
          <a:bodyPr vert="horz" anchor="b"/>
          <a:lstStyle>
            <a:lvl1pPr algn="r" eaLnBrk="1" latinLnBrk="0" hangingPunct="1">
              <a:defRPr kumimoji="0" sz="1000">
                <a:solidFill>
                  <a:schemeClr val="tx1"/>
                </a:solidFill>
              </a:defRPr>
            </a:lvl1pPr>
          </a:lstStyle>
          <a:p>
            <a:endParaRPr lang="en-US" dirty="0"/>
          </a:p>
        </p:txBody>
      </p:sp>
      <p:sp>
        <p:nvSpPr>
          <p:cNvPr id="23" name="Slide Number Placeholder 22"/>
          <p:cNvSpPr>
            <a:spLocks noGrp="1"/>
          </p:cNvSpPr>
          <p:nvPr>
            <p:ph type="sldNum" sz="quarter" idx="4"/>
          </p:nvPr>
        </p:nvSpPr>
        <p:spPr>
          <a:xfrm>
            <a:off x="7589520" y="6480969"/>
            <a:ext cx="502920" cy="301752"/>
          </a:xfrm>
          <a:prstGeom prst="rect">
            <a:avLst/>
          </a:prstGeom>
        </p:spPr>
        <p:txBody>
          <a:bodyPr vert="horz" anchor="b"/>
          <a:lstStyle>
            <a:lvl1pPr algn="ctr" eaLnBrk="1" latinLnBrk="0" hangingPunct="1">
              <a:defRPr kumimoji="0" sz="1200">
                <a:solidFill>
                  <a:schemeClr val="tx1"/>
                </a:solidFill>
              </a:defRPr>
            </a:lvl1pPr>
          </a:lstStyle>
          <a:p>
            <a:fld id="{28F140CD-4187-49C7-AF36-DD63E31135C9}" type="slidenum">
              <a:rPr lang="en-US" smtClean="0"/>
              <a:t>‹#›</a:t>
            </a:fld>
            <a:endParaRPr lang="en-US" dirty="0"/>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marL="484632" algn="l" rtl="0" eaLnBrk="1" latinLnBrk="0" hangingPunct="1">
        <a:spcBef>
          <a:spcPct val="0"/>
        </a:spcBef>
        <a:buNone/>
        <a:defRPr kumimoji="0" sz="42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latin typeface="+mj-lt"/>
          <a:ea typeface="+mj-ea"/>
          <a:cs typeface="+mj-cs"/>
        </a:defRPr>
      </a:lvl1pPr>
    </p:titleStyle>
    <p:bodyStyle>
      <a:lvl1pPr marL="448056"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822960" indent="-285750" algn="l" rtl="0" eaLnBrk="1" latinLnBrk="0" hangingPunct="1">
        <a:spcBef>
          <a:spcPct val="20000"/>
        </a:spcBef>
        <a:buClr>
          <a:schemeClr val="accent1"/>
        </a:buClr>
        <a:buSzPct val="95000"/>
        <a:buFont typeface="Verdana"/>
        <a:buChar char="›"/>
        <a:defRPr kumimoji="0" sz="2600" kern="1200">
          <a:solidFill>
            <a:schemeClr val="tx1"/>
          </a:solidFill>
          <a:latin typeface="+mn-lt"/>
          <a:ea typeface="+mn-ea"/>
          <a:cs typeface="+mn-cs"/>
        </a:defRPr>
      </a:lvl2pPr>
      <a:lvl3pPr marL="1106424" indent="-228600" algn="l" rtl="0" eaLnBrk="1" latinLnBrk="0" hangingPunct="1">
        <a:spcBef>
          <a:spcPct val="20000"/>
        </a:spcBef>
        <a:buClr>
          <a:schemeClr val="accent1"/>
        </a:buClr>
        <a:buFont typeface="Wingdings 2"/>
        <a:buChar char=""/>
        <a:defRPr kumimoji="0" sz="2400" kern="1200">
          <a:solidFill>
            <a:schemeClr val="tx1"/>
          </a:solidFill>
          <a:latin typeface="+mn-lt"/>
          <a:ea typeface="+mn-ea"/>
          <a:cs typeface="+mn-cs"/>
        </a:defRPr>
      </a:lvl3pPr>
      <a:lvl4pPr marL="1371600" indent="-210312" algn="l" rtl="0" eaLnBrk="1" latinLnBrk="0" hangingPunct="1">
        <a:spcBef>
          <a:spcPct val="20000"/>
        </a:spcBef>
        <a:buClr>
          <a:schemeClr val="accent1"/>
        </a:buClr>
        <a:buFont typeface="Wingdings 2"/>
        <a:buChar char=""/>
        <a:defRPr kumimoji="0" sz="2000" kern="1200">
          <a:solidFill>
            <a:schemeClr val="tx1"/>
          </a:solidFill>
          <a:latin typeface="+mn-lt"/>
          <a:ea typeface="+mn-ea"/>
          <a:cs typeface="+mn-cs"/>
        </a:defRPr>
      </a:lvl4pPr>
      <a:lvl5pPr marL="1600200" indent="-210312" algn="l" rtl="0" eaLnBrk="1" latinLnBrk="0" hangingPunct="1">
        <a:spcBef>
          <a:spcPct val="20000"/>
        </a:spcBef>
        <a:buClr>
          <a:schemeClr val="accent1">
            <a:tint val="75000"/>
          </a:schemeClr>
        </a:buClr>
        <a:buFont typeface="Wingdings 2"/>
        <a:buChar char=""/>
        <a:defRPr kumimoji="0"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sait.ca/" TargetMode="External"/><Relationship Id="rId2" Type="http://schemas.openxmlformats.org/officeDocument/2006/relationships/hyperlink" Target="https://query.prod.cms.rt.microsoft.com/cms/api/am/binary/RE5cmFl" TargetMode="External"/><Relationship Id="rId1" Type="http://schemas.openxmlformats.org/officeDocument/2006/relationships/slideLayout" Target="../slideLayouts/slideLayout2.xml"/><Relationship Id="rId4" Type="http://schemas.openxmlformats.org/officeDocument/2006/relationships/hyperlink" Target="https://www.sait.ca/brand/visual-identity/colou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828800"/>
            <a:ext cx="8839200" cy="2571690"/>
          </a:xfrm>
        </p:spPr>
        <p:txBody>
          <a:bodyPr>
            <a:noAutofit/>
          </a:bodyPr>
          <a:lstStyle/>
          <a:p>
            <a:pPr algn="ctr"/>
            <a:r>
              <a:rPr lang="en-US" sz="5400" i="1" dirty="0">
                <a:solidFill>
                  <a:srgbClr val="002060"/>
                </a:solidFill>
              </a:rPr>
              <a:t>Instructor Marking Assist </a:t>
            </a:r>
            <a:r>
              <a:rPr lang="en-US" sz="5400" dirty="0">
                <a:solidFill>
                  <a:srgbClr val="002060"/>
                </a:solidFill>
              </a:rPr>
              <a:t>: An AI-Powered Grading Assistant </a:t>
            </a:r>
          </a:p>
        </p:txBody>
      </p:sp>
      <p:sp>
        <p:nvSpPr>
          <p:cNvPr id="5" name="TextBox 4"/>
          <p:cNvSpPr txBox="1"/>
          <p:nvPr/>
        </p:nvSpPr>
        <p:spPr>
          <a:xfrm>
            <a:off x="605431" y="6271623"/>
            <a:ext cx="8314267" cy="400110"/>
          </a:xfrm>
          <a:prstGeom prst="rect">
            <a:avLst/>
          </a:prstGeom>
          <a:noFill/>
        </p:spPr>
        <p:txBody>
          <a:bodyPr wrap="square" rtlCol="0">
            <a:spAutoFit/>
          </a:bodyPr>
          <a:lstStyle/>
          <a:p>
            <a:r>
              <a:rPr lang="en-US" sz="2000" dirty="0">
                <a:solidFill>
                  <a:srgbClr val="002060"/>
                </a:solidFill>
              </a:rPr>
              <a:t>Presenters: Roy Aggarwal, William Makino </a:t>
            </a:r>
          </a:p>
        </p:txBody>
      </p:sp>
      <p:pic>
        <p:nvPicPr>
          <p:cNvPr id="6" name="Picture 5">
            <a:extLst>
              <a:ext uri="{FF2B5EF4-FFF2-40B4-BE49-F238E27FC236}">
                <a16:creationId xmlns:a16="http://schemas.microsoft.com/office/drawing/2014/main" id="{0D73CC20-B04D-26B3-D830-31678F03C3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88235" y="152400"/>
            <a:ext cx="956863" cy="1303867"/>
          </a:xfrm>
          <a:prstGeom prst="rect">
            <a:avLst/>
          </a:prstGeom>
        </p:spPr>
      </p:pic>
    </p:spTree>
    <p:extLst>
      <p:ext uri="{BB962C8B-B14F-4D97-AF65-F5344CB8AC3E}">
        <p14:creationId xmlns:p14="http://schemas.microsoft.com/office/powerpoint/2010/main" val="3621867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267494"/>
            <a:ext cx="9144000" cy="1399032"/>
          </a:xfrm>
        </p:spPr>
        <p:txBody>
          <a:bodyPr>
            <a:normAutofit/>
          </a:bodyPr>
          <a:lstStyle/>
          <a:p>
            <a:r>
              <a:rPr lang="en-US" sz="4000" i="1" dirty="0"/>
              <a:t>The Problem &amp; Solution Overview</a:t>
            </a:r>
          </a:p>
        </p:txBody>
      </p:sp>
      <p:sp>
        <p:nvSpPr>
          <p:cNvPr id="3" name="Content Placeholder 2"/>
          <p:cNvSpPr>
            <a:spLocks noGrp="1"/>
          </p:cNvSpPr>
          <p:nvPr>
            <p:ph idx="1"/>
          </p:nvPr>
        </p:nvSpPr>
        <p:spPr>
          <a:noFill/>
        </p:spPr>
        <p:txBody>
          <a:bodyPr>
            <a:normAutofit/>
          </a:bodyPr>
          <a:lstStyle/>
          <a:p>
            <a:r>
              <a:rPr lang="en-US" sz="2800" i="1" dirty="0">
                <a:solidFill>
                  <a:schemeClr val="bg1">
                    <a:lumMod val="95000"/>
                    <a:lumOff val="5000"/>
                  </a:schemeClr>
                </a:solidFill>
              </a:rPr>
              <a:t>The Challenge: </a:t>
            </a:r>
            <a:r>
              <a:rPr lang="en-US" sz="2800" dirty="0">
                <a:solidFill>
                  <a:schemeClr val="bg1">
                    <a:lumMod val="95000"/>
                    <a:lumOff val="5000"/>
                  </a:schemeClr>
                </a:solidFill>
              </a:rPr>
              <a:t>Heavy administrative workloads delay student feedback.</a:t>
            </a:r>
          </a:p>
          <a:p>
            <a:pPr marL="64008" indent="0">
              <a:buNone/>
            </a:pPr>
            <a:endParaRPr lang="en-US" sz="2800" dirty="0">
              <a:solidFill>
                <a:schemeClr val="bg1">
                  <a:lumMod val="95000"/>
                  <a:lumOff val="5000"/>
                </a:schemeClr>
              </a:solidFill>
            </a:endParaRPr>
          </a:p>
          <a:p>
            <a:r>
              <a:rPr lang="en-US" sz="2800" i="1" dirty="0">
                <a:solidFill>
                  <a:schemeClr val="bg1">
                    <a:lumMod val="95000"/>
                    <a:lumOff val="5000"/>
                  </a:schemeClr>
                </a:solidFill>
              </a:rPr>
              <a:t>The Solution: </a:t>
            </a:r>
            <a:r>
              <a:rPr lang="en-US" sz="2800" dirty="0">
                <a:solidFill>
                  <a:schemeClr val="bg1">
                    <a:lumMod val="95000"/>
                    <a:lumOff val="5000"/>
                  </a:schemeClr>
                </a:solidFill>
              </a:rPr>
              <a:t>A Human-Centered AI (HCAI) prototype for grading "heavy lifting“.</a:t>
            </a:r>
          </a:p>
          <a:p>
            <a:pPr marL="64008" indent="0">
              <a:buNone/>
            </a:pPr>
            <a:endParaRPr lang="en-US" sz="2800" dirty="0">
              <a:solidFill>
                <a:schemeClr val="bg1">
                  <a:lumMod val="95000"/>
                  <a:lumOff val="5000"/>
                </a:schemeClr>
              </a:solidFill>
            </a:endParaRPr>
          </a:p>
          <a:p>
            <a:r>
              <a:rPr lang="en-US" sz="2800" i="1" dirty="0">
                <a:solidFill>
                  <a:schemeClr val="bg1">
                    <a:lumMod val="95000"/>
                    <a:lumOff val="5000"/>
                  </a:schemeClr>
                </a:solidFill>
              </a:rPr>
              <a:t>The Core Goal: </a:t>
            </a:r>
            <a:r>
              <a:rPr lang="en-US" sz="2800" dirty="0">
                <a:solidFill>
                  <a:schemeClr val="bg1">
                    <a:lumMod val="95000"/>
                    <a:lumOff val="5000"/>
                  </a:schemeClr>
                </a:solidFill>
              </a:rPr>
              <a:t>Instructors maintain full control over every final decision.</a:t>
            </a:r>
          </a:p>
        </p:txBody>
      </p:sp>
    </p:spTree>
    <p:extLst>
      <p:ext uri="{BB962C8B-B14F-4D97-AF65-F5344CB8AC3E}">
        <p14:creationId xmlns:p14="http://schemas.microsoft.com/office/powerpoint/2010/main" val="2331888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i="1" dirty="0"/>
              <a:t>Research Questions</a:t>
            </a:r>
          </a:p>
        </p:txBody>
      </p:sp>
      <p:sp>
        <p:nvSpPr>
          <p:cNvPr id="3" name="Content Placeholder 2"/>
          <p:cNvSpPr>
            <a:spLocks noGrp="1"/>
          </p:cNvSpPr>
          <p:nvPr>
            <p:ph idx="1"/>
          </p:nvPr>
        </p:nvSpPr>
        <p:spPr/>
        <p:txBody>
          <a:bodyPr>
            <a:normAutofit/>
          </a:bodyPr>
          <a:lstStyle/>
          <a:p>
            <a:r>
              <a:rPr lang="en-US" sz="2800" dirty="0">
                <a:solidFill>
                  <a:schemeClr val="bg1">
                    <a:lumMod val="95000"/>
                    <a:lumOff val="5000"/>
                  </a:schemeClr>
                </a:solidFill>
              </a:rPr>
              <a:t>How can AI align with SAIT’s specific grading rubrics?</a:t>
            </a:r>
          </a:p>
          <a:p>
            <a:pPr marL="64008" indent="0">
              <a:buNone/>
            </a:pPr>
            <a:endParaRPr lang="en-US" sz="2800" dirty="0">
              <a:solidFill>
                <a:schemeClr val="bg1">
                  <a:lumMod val="95000"/>
                  <a:lumOff val="5000"/>
                </a:schemeClr>
              </a:solidFill>
            </a:endParaRPr>
          </a:p>
          <a:p>
            <a:r>
              <a:rPr lang="en-US" sz="2800" dirty="0">
                <a:solidFill>
                  <a:schemeClr val="bg1">
                    <a:lumMod val="95000"/>
                    <a:lumOff val="5000"/>
                  </a:schemeClr>
                </a:solidFill>
              </a:rPr>
              <a:t>How does the interface support "Human-in-the-Loop" overrides?</a:t>
            </a:r>
          </a:p>
          <a:p>
            <a:pPr marL="64008" indent="0">
              <a:buNone/>
            </a:pPr>
            <a:endParaRPr lang="en-US" sz="2800" dirty="0">
              <a:solidFill>
                <a:schemeClr val="bg1">
                  <a:lumMod val="95000"/>
                  <a:lumOff val="5000"/>
                </a:schemeClr>
              </a:solidFill>
            </a:endParaRPr>
          </a:p>
          <a:p>
            <a:r>
              <a:rPr lang="en-US" sz="2800" dirty="0">
                <a:solidFill>
                  <a:schemeClr val="bg1">
                    <a:lumMod val="95000"/>
                    <a:lumOff val="5000"/>
                  </a:schemeClr>
                </a:solidFill>
              </a:rPr>
              <a:t>How do we ensure data privacy and ethical standards?</a:t>
            </a:r>
          </a:p>
        </p:txBody>
      </p:sp>
    </p:spTree>
    <p:extLst>
      <p:ext uri="{BB962C8B-B14F-4D97-AF65-F5344CB8AC3E}">
        <p14:creationId xmlns:p14="http://schemas.microsoft.com/office/powerpoint/2010/main" val="1875025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666526"/>
          </a:xfrm>
        </p:spPr>
        <p:txBody>
          <a:bodyPr>
            <a:normAutofit/>
          </a:bodyPr>
          <a:lstStyle/>
          <a:p>
            <a:r>
              <a:rPr lang="en-US" sz="4000" i="1" dirty="0"/>
              <a:t>ML/AI Model</a:t>
            </a:r>
          </a:p>
        </p:txBody>
      </p:sp>
      <p:sp>
        <p:nvSpPr>
          <p:cNvPr id="3" name="Content Placeholder 2"/>
          <p:cNvSpPr>
            <a:spLocks noGrp="1"/>
          </p:cNvSpPr>
          <p:nvPr>
            <p:ph idx="1"/>
          </p:nvPr>
        </p:nvSpPr>
        <p:spPr>
          <a:xfrm>
            <a:off x="228600" y="1752600"/>
            <a:ext cx="8458200" cy="5105400"/>
          </a:xfrm>
        </p:spPr>
        <p:txBody>
          <a:bodyPr>
            <a:noAutofit/>
          </a:bodyPr>
          <a:lstStyle/>
          <a:p>
            <a:r>
              <a:rPr lang="en-US" sz="2800" i="1" dirty="0">
                <a:solidFill>
                  <a:schemeClr val="accent6">
                    <a:lumMod val="50000"/>
                  </a:schemeClr>
                </a:solidFill>
              </a:rPr>
              <a:t>Step 1: </a:t>
            </a:r>
            <a:r>
              <a:rPr lang="en-US" sz="2800" dirty="0">
                <a:solidFill>
                  <a:schemeClr val="accent6">
                    <a:lumMod val="50000"/>
                  </a:schemeClr>
                </a:solidFill>
              </a:rPr>
              <a:t>OCR and NLP to process submissions.</a:t>
            </a:r>
          </a:p>
          <a:p>
            <a:pPr marL="64008" indent="0">
              <a:buNone/>
            </a:pPr>
            <a:endParaRPr lang="en-US" sz="2800" dirty="0">
              <a:solidFill>
                <a:schemeClr val="accent6">
                  <a:lumMod val="50000"/>
                </a:schemeClr>
              </a:solidFill>
            </a:endParaRPr>
          </a:p>
          <a:p>
            <a:r>
              <a:rPr lang="en-US" sz="2800" i="1" dirty="0">
                <a:solidFill>
                  <a:schemeClr val="accent6">
                    <a:lumMod val="50000"/>
                  </a:schemeClr>
                </a:solidFill>
              </a:rPr>
              <a:t>Step 2: </a:t>
            </a:r>
            <a:r>
              <a:rPr lang="en-US" sz="2800" dirty="0">
                <a:solidFill>
                  <a:schemeClr val="accent6">
                    <a:lumMod val="50000"/>
                  </a:schemeClr>
                </a:solidFill>
              </a:rPr>
              <a:t>Instructor settings would adjust how grading thresholds are interpreted.</a:t>
            </a:r>
          </a:p>
          <a:p>
            <a:endParaRPr lang="en-US" sz="2800" dirty="0">
              <a:solidFill>
                <a:schemeClr val="accent6">
                  <a:lumMod val="50000"/>
                </a:schemeClr>
              </a:solidFill>
            </a:endParaRPr>
          </a:p>
          <a:p>
            <a:r>
              <a:rPr lang="en-US" sz="2800" i="1" dirty="0">
                <a:solidFill>
                  <a:schemeClr val="accent6">
                    <a:lumMod val="50000"/>
                  </a:schemeClr>
                </a:solidFill>
              </a:rPr>
              <a:t>Step 3: </a:t>
            </a:r>
            <a:r>
              <a:rPr lang="en-US" sz="2800" dirty="0">
                <a:solidFill>
                  <a:schemeClr val="accent6">
                    <a:lumMod val="50000"/>
                  </a:schemeClr>
                </a:solidFill>
              </a:rPr>
              <a:t>A Large Language Model (LLM) would compare answers to the rubric.</a:t>
            </a:r>
          </a:p>
          <a:p>
            <a:endParaRPr lang="en-US" sz="2800" dirty="0">
              <a:solidFill>
                <a:schemeClr val="accent6">
                  <a:lumMod val="50000"/>
                </a:schemeClr>
              </a:solidFill>
            </a:endParaRPr>
          </a:p>
          <a:p>
            <a:r>
              <a:rPr lang="en-US" sz="2800" i="1" dirty="0">
                <a:solidFill>
                  <a:schemeClr val="accent6">
                    <a:lumMod val="50000"/>
                  </a:schemeClr>
                </a:solidFill>
              </a:rPr>
              <a:t>Step 4: </a:t>
            </a:r>
            <a:r>
              <a:rPr lang="en-US" sz="2800" dirty="0">
                <a:solidFill>
                  <a:schemeClr val="accent6">
                    <a:lumMod val="50000"/>
                  </a:schemeClr>
                </a:solidFill>
              </a:rPr>
              <a:t>Output would include a grade, feedback, and reasoning summary.</a:t>
            </a:r>
          </a:p>
          <a:p>
            <a:endParaRPr lang="en-US" sz="2400" dirty="0">
              <a:solidFill>
                <a:schemeClr val="accent6">
                  <a:lumMod val="50000"/>
                </a:schemeClr>
              </a:solidFill>
            </a:endParaRPr>
          </a:p>
          <a:p>
            <a:endParaRPr lang="en-US" sz="2400" dirty="0">
              <a:solidFill>
                <a:schemeClr val="accent6">
                  <a:lumMod val="50000"/>
                </a:schemeClr>
              </a:solidFill>
            </a:endParaRPr>
          </a:p>
          <a:p>
            <a:endParaRPr lang="en-US" sz="2400" dirty="0">
              <a:solidFill>
                <a:schemeClr val="accent6">
                  <a:lumMod val="50000"/>
                </a:schemeClr>
              </a:solidFill>
            </a:endParaRPr>
          </a:p>
        </p:txBody>
      </p:sp>
    </p:spTree>
    <p:extLst>
      <p:ext uri="{BB962C8B-B14F-4D97-AF65-F5344CB8AC3E}">
        <p14:creationId xmlns:p14="http://schemas.microsoft.com/office/powerpoint/2010/main" val="1057736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a:extLst>
            <a:ext uri="{FF2B5EF4-FFF2-40B4-BE49-F238E27FC236}">
              <a16:creationId xmlns:a16="http://schemas.microsoft.com/office/drawing/2014/main" id="{47B972FB-6994-B021-E9B8-B72E320D16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9C3B3A-5403-4F53-1C8D-EA86B2FAB20A}"/>
              </a:ext>
            </a:extLst>
          </p:cNvPr>
          <p:cNvSpPr>
            <a:spLocks noGrp="1"/>
          </p:cNvSpPr>
          <p:nvPr>
            <p:ph type="title"/>
          </p:nvPr>
        </p:nvSpPr>
        <p:spPr>
          <a:xfrm>
            <a:off x="152400" y="304800"/>
            <a:ext cx="8610600" cy="914400"/>
          </a:xfrm>
        </p:spPr>
        <p:txBody>
          <a:bodyPr>
            <a:normAutofit/>
          </a:bodyPr>
          <a:lstStyle/>
          <a:p>
            <a:r>
              <a:rPr lang="en-US" sz="4000" i="1" dirty="0"/>
              <a:t>Evaluation &amp; Testing</a:t>
            </a:r>
          </a:p>
        </p:txBody>
      </p:sp>
      <p:sp>
        <p:nvSpPr>
          <p:cNvPr id="3" name="Content Placeholder 2">
            <a:extLst>
              <a:ext uri="{FF2B5EF4-FFF2-40B4-BE49-F238E27FC236}">
                <a16:creationId xmlns:a16="http://schemas.microsoft.com/office/drawing/2014/main" id="{B82B1E79-7502-5285-1CC4-11235CB4B7E6}"/>
              </a:ext>
            </a:extLst>
          </p:cNvPr>
          <p:cNvSpPr>
            <a:spLocks noGrp="1"/>
          </p:cNvSpPr>
          <p:nvPr>
            <p:ph idx="1"/>
          </p:nvPr>
        </p:nvSpPr>
        <p:spPr>
          <a:xfrm>
            <a:off x="76200" y="1295400"/>
            <a:ext cx="8458200" cy="5334000"/>
          </a:xfrm>
        </p:spPr>
        <p:txBody>
          <a:bodyPr>
            <a:noAutofit/>
          </a:bodyPr>
          <a:lstStyle/>
          <a:p>
            <a:r>
              <a:rPr lang="en-US" sz="2200" dirty="0">
                <a:solidFill>
                  <a:schemeClr val="accent6">
                    <a:lumMod val="50000"/>
                  </a:schemeClr>
                </a:solidFill>
              </a:rPr>
              <a:t>Historical grading data would be used as the baseline for evaluation.</a:t>
            </a:r>
          </a:p>
          <a:p>
            <a:pPr marL="64008" indent="0">
              <a:buNone/>
            </a:pPr>
            <a:endParaRPr lang="en-US" sz="2200" dirty="0">
              <a:solidFill>
                <a:schemeClr val="accent6">
                  <a:lumMod val="50000"/>
                </a:schemeClr>
              </a:solidFill>
            </a:endParaRPr>
          </a:p>
          <a:p>
            <a:r>
              <a:rPr lang="en-US" sz="2200" dirty="0">
                <a:solidFill>
                  <a:schemeClr val="accent6">
                    <a:lumMod val="50000"/>
                  </a:schemeClr>
                </a:solidFill>
              </a:rPr>
              <a:t>Agreement with instructor scoring would be a core validation metric.</a:t>
            </a:r>
          </a:p>
          <a:p>
            <a:pPr marL="64008" indent="0">
              <a:buNone/>
            </a:pPr>
            <a:endParaRPr lang="en-US" sz="2200" dirty="0">
              <a:solidFill>
                <a:schemeClr val="accent6">
                  <a:lumMod val="50000"/>
                </a:schemeClr>
              </a:solidFill>
            </a:endParaRPr>
          </a:p>
          <a:p>
            <a:r>
              <a:rPr lang="en-US" sz="2200" dirty="0">
                <a:solidFill>
                  <a:schemeClr val="accent6">
                    <a:lumMod val="50000"/>
                  </a:schemeClr>
                </a:solidFill>
              </a:rPr>
              <a:t>Robustness testing would focus on file quality and formatting variation.</a:t>
            </a:r>
          </a:p>
          <a:p>
            <a:pPr marL="64008" indent="0">
              <a:buNone/>
            </a:pPr>
            <a:endParaRPr lang="en-US" sz="2200" dirty="0">
              <a:solidFill>
                <a:schemeClr val="accent6">
                  <a:lumMod val="50000"/>
                </a:schemeClr>
              </a:solidFill>
            </a:endParaRPr>
          </a:p>
          <a:p>
            <a:r>
              <a:rPr lang="en-US" sz="2200" dirty="0">
                <a:solidFill>
                  <a:schemeClr val="accent6">
                    <a:lumMod val="50000"/>
                  </a:schemeClr>
                </a:solidFill>
              </a:rPr>
              <a:t>Output consistency would be tested across different grading </a:t>
            </a:r>
            <a:r>
              <a:rPr lang="en-US" sz="2200" dirty="0" err="1">
                <a:solidFill>
                  <a:schemeClr val="accent6">
                    <a:lumMod val="50000"/>
                  </a:schemeClr>
                </a:solidFill>
              </a:rPr>
              <a:t>rigour</a:t>
            </a:r>
            <a:r>
              <a:rPr lang="en-US" sz="2200" dirty="0">
                <a:solidFill>
                  <a:schemeClr val="accent6">
                    <a:lumMod val="50000"/>
                  </a:schemeClr>
                </a:solidFill>
              </a:rPr>
              <a:t> settings.</a:t>
            </a:r>
          </a:p>
          <a:p>
            <a:endParaRPr lang="en-US" sz="2200" dirty="0">
              <a:solidFill>
                <a:schemeClr val="accent6">
                  <a:lumMod val="50000"/>
                </a:schemeClr>
              </a:solidFill>
            </a:endParaRPr>
          </a:p>
          <a:p>
            <a:r>
              <a:rPr lang="en-US" sz="2200" dirty="0">
                <a:solidFill>
                  <a:schemeClr val="accent6">
                    <a:lumMod val="50000"/>
                  </a:schemeClr>
                </a:solidFill>
              </a:rPr>
              <a:t>User acceptance testing would measure trust in grades and explanations.</a:t>
            </a:r>
          </a:p>
          <a:p>
            <a:endParaRPr lang="en-US" sz="2200" dirty="0">
              <a:solidFill>
                <a:schemeClr val="accent6">
                  <a:lumMod val="50000"/>
                </a:schemeClr>
              </a:solidFill>
            </a:endParaRPr>
          </a:p>
        </p:txBody>
      </p:sp>
    </p:spTree>
    <p:extLst>
      <p:ext uri="{BB962C8B-B14F-4D97-AF65-F5344CB8AC3E}">
        <p14:creationId xmlns:p14="http://schemas.microsoft.com/office/powerpoint/2010/main" val="3758602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a:extLst>
            <a:ext uri="{FF2B5EF4-FFF2-40B4-BE49-F238E27FC236}">
              <a16:creationId xmlns:a16="http://schemas.microsoft.com/office/drawing/2014/main" id="{F93677E2-F3C3-E1C2-F1C1-05DD06E6D6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1571A8-4748-4D45-111A-D190249FBB90}"/>
              </a:ext>
            </a:extLst>
          </p:cNvPr>
          <p:cNvSpPr>
            <a:spLocks noGrp="1"/>
          </p:cNvSpPr>
          <p:nvPr>
            <p:ph type="title"/>
          </p:nvPr>
        </p:nvSpPr>
        <p:spPr>
          <a:xfrm>
            <a:off x="0" y="0"/>
            <a:ext cx="9144000" cy="1666526"/>
          </a:xfrm>
        </p:spPr>
        <p:txBody>
          <a:bodyPr>
            <a:normAutofit/>
          </a:bodyPr>
          <a:lstStyle/>
          <a:p>
            <a:r>
              <a:rPr lang="en-US" sz="4000" i="1" dirty="0"/>
              <a:t>Human-Centered AI Principles</a:t>
            </a:r>
          </a:p>
        </p:txBody>
      </p:sp>
      <p:sp>
        <p:nvSpPr>
          <p:cNvPr id="3" name="Content Placeholder 2">
            <a:extLst>
              <a:ext uri="{FF2B5EF4-FFF2-40B4-BE49-F238E27FC236}">
                <a16:creationId xmlns:a16="http://schemas.microsoft.com/office/drawing/2014/main" id="{896DD1C5-A7C5-0180-433F-54C47FAEDE53}"/>
              </a:ext>
            </a:extLst>
          </p:cNvPr>
          <p:cNvSpPr>
            <a:spLocks noGrp="1"/>
          </p:cNvSpPr>
          <p:nvPr>
            <p:ph idx="1"/>
          </p:nvPr>
        </p:nvSpPr>
        <p:spPr>
          <a:xfrm>
            <a:off x="342900" y="2286000"/>
            <a:ext cx="8458200" cy="3962400"/>
          </a:xfrm>
        </p:spPr>
        <p:txBody>
          <a:bodyPr>
            <a:noAutofit/>
          </a:bodyPr>
          <a:lstStyle/>
          <a:p>
            <a:r>
              <a:rPr lang="en-US" sz="2800" i="1" dirty="0">
                <a:solidFill>
                  <a:schemeClr val="bg1">
                    <a:lumMod val="95000"/>
                    <a:lumOff val="5000"/>
                  </a:schemeClr>
                </a:solidFill>
              </a:rPr>
              <a:t>Empowerment: </a:t>
            </a:r>
            <a:r>
              <a:rPr lang="en-US" sz="2800" dirty="0">
                <a:solidFill>
                  <a:schemeClr val="bg1">
                    <a:lumMod val="95000"/>
                    <a:lumOff val="5000"/>
                  </a:schemeClr>
                </a:solidFill>
              </a:rPr>
              <a:t>Enhances the instructor’s role without replacing it</a:t>
            </a:r>
          </a:p>
          <a:p>
            <a:pPr marL="64008" indent="0">
              <a:buNone/>
            </a:pPr>
            <a:endParaRPr lang="en-US" sz="2800" dirty="0">
              <a:solidFill>
                <a:schemeClr val="bg1">
                  <a:lumMod val="95000"/>
                  <a:lumOff val="5000"/>
                </a:schemeClr>
              </a:solidFill>
            </a:endParaRPr>
          </a:p>
          <a:p>
            <a:r>
              <a:rPr lang="en-US" sz="2800" i="1" dirty="0">
                <a:solidFill>
                  <a:schemeClr val="bg1">
                    <a:lumMod val="95000"/>
                    <a:lumOff val="5000"/>
                  </a:schemeClr>
                </a:solidFill>
              </a:rPr>
              <a:t>Transparency: </a:t>
            </a:r>
            <a:r>
              <a:rPr lang="en-US" sz="2800" dirty="0">
                <a:solidFill>
                  <a:schemeClr val="bg1">
                    <a:lumMod val="95000"/>
                    <a:lumOff val="5000"/>
                  </a:schemeClr>
                </a:solidFill>
              </a:rPr>
              <a:t>Eliminates the "black box" with clear grade justifications.</a:t>
            </a:r>
          </a:p>
          <a:p>
            <a:pPr marL="64008" indent="0">
              <a:buNone/>
            </a:pPr>
            <a:endParaRPr lang="en-US" sz="2800" dirty="0">
              <a:solidFill>
                <a:schemeClr val="bg1">
                  <a:lumMod val="95000"/>
                  <a:lumOff val="5000"/>
                </a:schemeClr>
              </a:solidFill>
            </a:endParaRPr>
          </a:p>
          <a:p>
            <a:r>
              <a:rPr lang="en-US" sz="2800" i="1" dirty="0">
                <a:solidFill>
                  <a:schemeClr val="bg1">
                    <a:lumMod val="95000"/>
                    <a:lumOff val="5000"/>
                  </a:schemeClr>
                </a:solidFill>
              </a:rPr>
              <a:t>Inclusion: </a:t>
            </a:r>
            <a:r>
              <a:rPr lang="en-US" sz="2800" dirty="0">
                <a:solidFill>
                  <a:schemeClr val="bg1">
                    <a:lumMod val="95000"/>
                    <a:lumOff val="5000"/>
                  </a:schemeClr>
                </a:solidFill>
              </a:rPr>
              <a:t>Features Dark Mode and adjustable text sizes for accessibility</a:t>
            </a:r>
          </a:p>
        </p:txBody>
      </p:sp>
    </p:spTree>
    <p:extLst>
      <p:ext uri="{BB962C8B-B14F-4D97-AF65-F5344CB8AC3E}">
        <p14:creationId xmlns:p14="http://schemas.microsoft.com/office/powerpoint/2010/main" val="4094126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9372600" cy="1399032"/>
          </a:xfrm>
        </p:spPr>
        <p:txBody>
          <a:bodyPr>
            <a:normAutofit/>
          </a:bodyPr>
          <a:lstStyle/>
          <a:p>
            <a:r>
              <a:rPr lang="en-US" sz="4000" i="1" dirty="0"/>
              <a:t>Ethical Guidelines &amp; Data Privacy</a:t>
            </a:r>
          </a:p>
        </p:txBody>
      </p:sp>
      <p:sp>
        <p:nvSpPr>
          <p:cNvPr id="3" name="Content Placeholder 2"/>
          <p:cNvSpPr>
            <a:spLocks noGrp="1"/>
          </p:cNvSpPr>
          <p:nvPr>
            <p:ph idx="1"/>
          </p:nvPr>
        </p:nvSpPr>
        <p:spPr/>
        <p:txBody>
          <a:bodyPr>
            <a:normAutofit/>
          </a:bodyPr>
          <a:lstStyle/>
          <a:p>
            <a:r>
              <a:rPr lang="en-US" sz="2800" dirty="0">
                <a:solidFill>
                  <a:schemeClr val="bg1">
                    <a:lumMod val="95000"/>
                    <a:lumOff val="5000"/>
                  </a:schemeClr>
                </a:solidFill>
              </a:rPr>
              <a:t>Student data is processed locally within sessions to ensure privacy</a:t>
            </a:r>
          </a:p>
          <a:p>
            <a:pPr marL="64008" indent="0">
              <a:buNone/>
            </a:pPr>
            <a:endParaRPr lang="en-US" sz="2800" dirty="0">
              <a:solidFill>
                <a:schemeClr val="bg1">
                  <a:lumMod val="95000"/>
                  <a:lumOff val="5000"/>
                </a:schemeClr>
              </a:solidFill>
            </a:endParaRPr>
          </a:p>
          <a:p>
            <a:r>
              <a:rPr lang="en-US" sz="2800" dirty="0">
                <a:solidFill>
                  <a:schemeClr val="bg1">
                    <a:lumMod val="95000"/>
                    <a:lumOff val="5000"/>
                  </a:schemeClr>
                </a:solidFill>
              </a:rPr>
              <a:t>Rigorous adherence to Microsoft’s Responsible AI Standards.</a:t>
            </a:r>
          </a:p>
          <a:p>
            <a:pPr marL="64008" indent="0">
              <a:buNone/>
            </a:pPr>
            <a:endParaRPr lang="en-US" sz="2800" dirty="0">
              <a:solidFill>
                <a:schemeClr val="bg1">
                  <a:lumMod val="95000"/>
                  <a:lumOff val="5000"/>
                </a:schemeClr>
              </a:solidFill>
            </a:endParaRPr>
          </a:p>
          <a:p>
            <a:r>
              <a:rPr lang="en-US" sz="2800" dirty="0" err="1">
                <a:solidFill>
                  <a:schemeClr val="bg1">
                    <a:lumMod val="95000"/>
                    <a:lumOff val="5000"/>
                  </a:schemeClr>
                </a:solidFill>
              </a:rPr>
              <a:t>Rigour</a:t>
            </a:r>
            <a:r>
              <a:rPr lang="en-US" sz="2800" dirty="0">
                <a:solidFill>
                  <a:schemeClr val="bg1">
                    <a:lumMod val="95000"/>
                    <a:lumOff val="5000"/>
                  </a:schemeClr>
                </a:solidFill>
              </a:rPr>
              <a:t> settings and custom rubrics help mitigate algorithmic bias</a:t>
            </a:r>
          </a:p>
        </p:txBody>
      </p:sp>
    </p:spTree>
    <p:extLst>
      <p:ext uri="{BB962C8B-B14F-4D97-AF65-F5344CB8AC3E}">
        <p14:creationId xmlns:p14="http://schemas.microsoft.com/office/powerpoint/2010/main" val="1776214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a:extLst>
            <a:ext uri="{FF2B5EF4-FFF2-40B4-BE49-F238E27FC236}">
              <a16:creationId xmlns:a16="http://schemas.microsoft.com/office/drawing/2014/main" id="{18432C90-E1B5-E984-A9C0-0707A72E5E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0D8F3F-8A16-398F-1FF7-E7B891EBEB9E}"/>
              </a:ext>
            </a:extLst>
          </p:cNvPr>
          <p:cNvSpPr>
            <a:spLocks noGrp="1"/>
          </p:cNvSpPr>
          <p:nvPr>
            <p:ph type="title"/>
          </p:nvPr>
        </p:nvSpPr>
        <p:spPr>
          <a:xfrm>
            <a:off x="0" y="0"/>
            <a:ext cx="9144000" cy="1666526"/>
          </a:xfrm>
        </p:spPr>
        <p:txBody>
          <a:bodyPr>
            <a:normAutofit/>
          </a:bodyPr>
          <a:lstStyle/>
          <a:p>
            <a:r>
              <a:rPr lang="en-US" sz="4000" i="1" dirty="0"/>
              <a:t>Conclusion</a:t>
            </a:r>
          </a:p>
        </p:txBody>
      </p:sp>
      <p:sp>
        <p:nvSpPr>
          <p:cNvPr id="3" name="Content Placeholder 2">
            <a:extLst>
              <a:ext uri="{FF2B5EF4-FFF2-40B4-BE49-F238E27FC236}">
                <a16:creationId xmlns:a16="http://schemas.microsoft.com/office/drawing/2014/main" id="{60B13837-7301-63F7-DE3A-CC78E141B26E}"/>
              </a:ext>
            </a:extLst>
          </p:cNvPr>
          <p:cNvSpPr>
            <a:spLocks noGrp="1"/>
          </p:cNvSpPr>
          <p:nvPr>
            <p:ph idx="1"/>
          </p:nvPr>
        </p:nvSpPr>
        <p:spPr>
          <a:xfrm>
            <a:off x="342900" y="1666526"/>
            <a:ext cx="8458200" cy="5486400"/>
          </a:xfrm>
        </p:spPr>
        <p:txBody>
          <a:bodyPr>
            <a:noAutofit/>
          </a:bodyPr>
          <a:lstStyle/>
          <a:p>
            <a:r>
              <a:rPr lang="en-US" sz="2400" dirty="0">
                <a:solidFill>
                  <a:schemeClr val="accent6">
                    <a:lumMod val="50000"/>
                  </a:schemeClr>
                </a:solidFill>
              </a:rPr>
              <a:t>The interface was designed to support efficient and transparent evaluation.</a:t>
            </a:r>
          </a:p>
          <a:p>
            <a:pPr marL="64008" indent="0">
              <a:buNone/>
            </a:pPr>
            <a:endParaRPr lang="en-US" sz="2400" dirty="0">
              <a:solidFill>
                <a:schemeClr val="accent6">
                  <a:lumMod val="50000"/>
                </a:schemeClr>
              </a:solidFill>
            </a:endParaRPr>
          </a:p>
          <a:p>
            <a:r>
              <a:rPr lang="en-US" sz="2400" dirty="0">
                <a:solidFill>
                  <a:schemeClr val="accent6">
                    <a:lumMod val="50000"/>
                  </a:schemeClr>
                </a:solidFill>
              </a:rPr>
              <a:t>Instructor oversight was treated as a required part of the system.</a:t>
            </a:r>
          </a:p>
          <a:p>
            <a:pPr marL="64008" indent="0">
              <a:buNone/>
            </a:pPr>
            <a:endParaRPr lang="en-US" sz="2400" dirty="0">
              <a:solidFill>
                <a:schemeClr val="accent6">
                  <a:lumMod val="50000"/>
                </a:schemeClr>
              </a:solidFill>
            </a:endParaRPr>
          </a:p>
          <a:p>
            <a:r>
              <a:rPr lang="en-US" sz="2400" dirty="0">
                <a:solidFill>
                  <a:schemeClr val="accent6">
                    <a:lumMod val="50000"/>
                  </a:schemeClr>
                </a:solidFill>
              </a:rPr>
              <a:t>Any future implementation would depend on trust, fairness, and privacy.</a:t>
            </a:r>
          </a:p>
          <a:p>
            <a:pPr marL="64008" indent="0">
              <a:buNone/>
            </a:pPr>
            <a:endParaRPr lang="en-US" sz="2400" dirty="0">
              <a:solidFill>
                <a:schemeClr val="accent6">
                  <a:lumMod val="50000"/>
                </a:schemeClr>
              </a:solidFill>
            </a:endParaRPr>
          </a:p>
          <a:p>
            <a:r>
              <a:rPr lang="en-US" sz="2400" dirty="0">
                <a:solidFill>
                  <a:schemeClr val="accent6">
                    <a:lumMod val="50000"/>
                  </a:schemeClr>
                </a:solidFill>
              </a:rPr>
              <a:t>The proposed system supports teaching by saving time, not replacing judgment.</a:t>
            </a:r>
          </a:p>
        </p:txBody>
      </p:sp>
    </p:spTree>
    <p:extLst>
      <p:ext uri="{BB962C8B-B14F-4D97-AF65-F5344CB8AC3E}">
        <p14:creationId xmlns:p14="http://schemas.microsoft.com/office/powerpoint/2010/main" val="1015978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i="1" dirty="0"/>
              <a:t>AI Usage Statement</a:t>
            </a:r>
          </a:p>
        </p:txBody>
      </p:sp>
      <p:sp>
        <p:nvSpPr>
          <p:cNvPr id="3" name="Content Placeholder 2"/>
          <p:cNvSpPr>
            <a:spLocks noGrp="1"/>
          </p:cNvSpPr>
          <p:nvPr>
            <p:ph idx="1"/>
          </p:nvPr>
        </p:nvSpPr>
        <p:spPr>
          <a:xfrm>
            <a:off x="457200" y="2209800"/>
            <a:ext cx="8229600" cy="3908392"/>
          </a:xfrm>
        </p:spPr>
        <p:txBody>
          <a:bodyPr/>
          <a:lstStyle/>
          <a:p>
            <a:pPr marL="64008" indent="0">
              <a:buNone/>
            </a:pPr>
            <a:r>
              <a:rPr lang="en-US" dirty="0">
                <a:solidFill>
                  <a:srgbClr val="002060"/>
                </a:solidFill>
              </a:rPr>
              <a:t>This project leveraged Large Language Models to help create the HTML/CSS prototype and polish technical documentation. All final design choices, ethical guidelines, and grading logic were carefully reviewed and verified by humans to ensure academic integrity and full alignment with SAIT standards.</a:t>
            </a:r>
          </a:p>
        </p:txBody>
      </p:sp>
    </p:spTree>
    <p:extLst>
      <p:ext uri="{BB962C8B-B14F-4D97-AF65-F5344CB8AC3E}">
        <p14:creationId xmlns:p14="http://schemas.microsoft.com/office/powerpoint/2010/main" val="988874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i="1" dirty="0"/>
              <a:t>References</a:t>
            </a:r>
          </a:p>
        </p:txBody>
      </p:sp>
      <p:sp>
        <p:nvSpPr>
          <p:cNvPr id="3" name="Content Placeholder 2"/>
          <p:cNvSpPr>
            <a:spLocks noGrp="1"/>
          </p:cNvSpPr>
          <p:nvPr>
            <p:ph idx="1"/>
          </p:nvPr>
        </p:nvSpPr>
        <p:spPr/>
        <p:txBody>
          <a:bodyPr>
            <a:normAutofit fontScale="85000" lnSpcReduction="20000"/>
          </a:bodyPr>
          <a:lstStyle/>
          <a:p>
            <a:r>
              <a:rPr lang="en-US" dirty="0">
                <a:solidFill>
                  <a:srgbClr val="002060"/>
                </a:solidFill>
              </a:rPr>
              <a:t>Microsoft. (2022). Microsoft Responsible AI Standard, v2.0. </a:t>
            </a:r>
            <a:r>
              <a:rPr lang="en-US" dirty="0">
                <a:solidFill>
                  <a:srgbClr val="C00000"/>
                </a:solidFill>
                <a:hlinkClick r:id="rId2">
                  <a:extLst>
                    <a:ext uri="{A12FA001-AC4F-418D-AE19-62706E023703}">
                      <ahyp:hlinkClr xmlns:ahyp="http://schemas.microsoft.com/office/drawing/2018/hyperlinkcolor" val="tx"/>
                    </a:ext>
                  </a:extLst>
                </a:hlinkClick>
              </a:rPr>
              <a:t>https://query.prod.cms.rt.microsoft.com/cms/api/am/binary/RE5cmFl</a:t>
            </a:r>
            <a:endParaRPr lang="en-US" dirty="0">
              <a:solidFill>
                <a:srgbClr val="C00000"/>
              </a:solidFill>
            </a:endParaRPr>
          </a:p>
          <a:p>
            <a:r>
              <a:rPr lang="en-US" dirty="0">
                <a:solidFill>
                  <a:srgbClr val="002060"/>
                </a:solidFill>
              </a:rPr>
              <a:t>Southern Alberta Institute of Technology. (2026). ARTI-406-A: Human-Centered AI - Project: AI-powered application [Course assignment description and rubric]. Brightspace. </a:t>
            </a:r>
            <a:r>
              <a:rPr lang="en-US" dirty="0">
                <a:solidFill>
                  <a:srgbClr val="C00000"/>
                </a:solidFill>
                <a:hlinkClick r:id="rId3">
                  <a:extLst>
                    <a:ext uri="{A12FA001-AC4F-418D-AE19-62706E023703}">
                      <ahyp:hlinkClr xmlns:ahyp="http://schemas.microsoft.com/office/drawing/2018/hyperlinkcolor" val="tx"/>
                    </a:ext>
                  </a:extLst>
                </a:hlinkClick>
              </a:rPr>
              <a:t>https://learn.sait.ca</a:t>
            </a:r>
            <a:endParaRPr lang="en-US" dirty="0">
              <a:solidFill>
                <a:srgbClr val="C00000"/>
              </a:solidFill>
            </a:endParaRPr>
          </a:p>
          <a:p>
            <a:r>
              <a:rPr lang="en-US" dirty="0">
                <a:solidFill>
                  <a:srgbClr val="002060"/>
                </a:solidFill>
              </a:rPr>
              <a:t>Southern Alberta Institute of Technology. (n.d.). Brand visual identity: Colour. </a:t>
            </a:r>
            <a:r>
              <a:rPr lang="en-US" dirty="0">
                <a:solidFill>
                  <a:srgbClr val="950805"/>
                </a:solidFill>
                <a:hlinkClick r:id="rId4">
                  <a:extLst>
                    <a:ext uri="{A12FA001-AC4F-418D-AE19-62706E023703}">
                      <ahyp:hlinkClr xmlns:ahyp="http://schemas.microsoft.com/office/drawing/2018/hyperlinkcolor" val="tx"/>
                    </a:ext>
                  </a:extLst>
                </a:hlinkClick>
              </a:rPr>
              <a:t>https://www.sait.ca/brand/visual-identity/colour</a:t>
            </a:r>
            <a:endParaRPr lang="en-US" dirty="0">
              <a:solidFill>
                <a:srgbClr val="950805"/>
              </a:solidFill>
            </a:endParaRPr>
          </a:p>
          <a:p>
            <a:pPr marL="64008" indent="0">
              <a:buNone/>
            </a:pPr>
            <a:endParaRPr lang="en-US" dirty="0">
              <a:solidFill>
                <a:srgbClr val="002060"/>
              </a:solidFill>
            </a:endParaRPr>
          </a:p>
        </p:txBody>
      </p:sp>
    </p:spTree>
    <p:extLst>
      <p:ext uri="{BB962C8B-B14F-4D97-AF65-F5344CB8AC3E}">
        <p14:creationId xmlns:p14="http://schemas.microsoft.com/office/powerpoint/2010/main" val="35888589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Custom 8">
      <a:dk1>
        <a:sysClr val="windowText" lastClr="000000"/>
      </a:dk1>
      <a:lt1>
        <a:srgbClr val="BF004A"/>
      </a:lt1>
      <a:dk2>
        <a:srgbClr val="68007F"/>
      </a:dk2>
      <a:lt2>
        <a:srgbClr val="016188"/>
      </a:lt2>
      <a:accent1>
        <a:srgbClr val="0192CD"/>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234</TotalTime>
  <Words>479</Words>
  <Application>Microsoft Office PowerPoint</Application>
  <PresentationFormat>On-screen Show (4:3)</PresentationFormat>
  <Paragraphs>60</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Calibri</vt:lpstr>
      <vt:lpstr>Century Gothic</vt:lpstr>
      <vt:lpstr>Verdana</vt:lpstr>
      <vt:lpstr>Wingdings 2</vt:lpstr>
      <vt:lpstr>Verve</vt:lpstr>
      <vt:lpstr>Instructor Marking Assist : An AI-Powered Grading Assistant </vt:lpstr>
      <vt:lpstr>The Problem &amp; Solution Overview</vt:lpstr>
      <vt:lpstr>Research Questions</vt:lpstr>
      <vt:lpstr>ML/AI Model</vt:lpstr>
      <vt:lpstr>Evaluation &amp; Testing</vt:lpstr>
      <vt:lpstr>Human-Centered AI Principles</vt:lpstr>
      <vt:lpstr>Ethical Guidelines &amp; Data Privacy</vt:lpstr>
      <vt:lpstr>Conclusion</vt:lpstr>
      <vt:lpstr>AI Usage Statement</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Abhinaya Gundala</dc:creator>
  <cp:lastModifiedBy>Roy A</cp:lastModifiedBy>
  <cp:revision>31</cp:revision>
  <dcterms:created xsi:type="dcterms:W3CDTF">2026-03-26T17:20:13Z</dcterms:created>
  <dcterms:modified xsi:type="dcterms:W3CDTF">2026-04-21T03:33:08Z</dcterms:modified>
</cp:coreProperties>
</file>